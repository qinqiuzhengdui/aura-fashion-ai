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◆ 香奈儿 STUDIO CREATIVE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2026春夏 香奈儿 · 静奢新境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2026春夏 高定女装 · 灵感企划设计全案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389120"/>
            <a:ext cx="4114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GENERATED BY: 魔搭社区 ChatPPT-MCP 演示文稿生成智能体  |  AURA FASHION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01. CONCEPT &amp; STORY / 灵感叙事与客群画像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叙事概念与精神内核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640080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本系列以「静奢新境」为灵感基石，探索自然有机形态与现代建筑解构剪裁的边界张力。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在快节奏的当代都市中，设计通过极致纯粹的线条表达静谧克制的高级感，赋予着装者精神自洽与自由力量。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329184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✦ 目标客群画像 (Audience)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都市新贵、艺术从业者与时尚先锋女性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✦ 适用生活场景 (Occasions)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都会日常、沙龙社交、晚宴酒会与度假漫游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美学关键词: 静奢美学 / 建筑感剪裁 / 自然触感 / 未来主义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02. MOODBOARD / 灵感情绪板与视觉矩阵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视觉意向与空间质感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视觉总览：光影雕塑感、晨曦微光下的清冷调性、粗砺岩石与丝滑流线织物的对比碰撞。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01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极简建筑光影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02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有机流线解构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03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微褶皱肌理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03. PANTONE TCX / 潘通色彩权威谱系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核心色彩矩阵与搭配配比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本季以 PANTONE 19-4006 TCX 作为基底构建深邃沉稳氛围，辅以柔和过渡色与灵动点缀色，形成 60:30:10 的黄金视觉韵律。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1828800" cy="219456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19-4006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曜黑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主色 (60%) | #1E2229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468880"/>
            <a:ext cx="1828800" cy="2194560"/>
          </a:xfrm>
          <a:prstGeom prst="roundRect">
            <a:avLst/>
          </a:prstGeom>
          <a:solidFill>
            <a:srgbClr val="F4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11-0601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极昼象牙白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辅色 | #F4F0EA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468880"/>
            <a:ext cx="1828800" cy="2194560"/>
          </a:xfrm>
          <a:prstGeom prst="roundRect">
            <a:avLst/>
          </a:prstGeom>
          <a:solidFill>
            <a:srgbClr val="E8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13-1011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微澜浅香槟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辅色 | #E8D8C8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468880"/>
            <a:ext cx="1828800" cy="2194560"/>
          </a:xfrm>
          <a:prstGeom prst="roundRect">
            <a:avLst/>
          </a:prstGeom>
          <a:solidFill>
            <a:srgbClr val="A89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16-3915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晨曦星云紫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点缀色 | #A89FB8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04. FABRICS &amp; SILHOUETTE / 核心面料与剪裁工艺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高定触感与廓形解构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廓形要点：采用箱型结构与流动垂坠交替剪裁，肩部保留微垫肩力量感，腰部与下摆以不对称斜裁释放自然动感。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01  重磅双面羊绒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【触感与质地】极其软糯厚实，微绒温润光泽   |   【应用款式】大衣与结构感斗篷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0332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02  真丝醋酸缎面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【触感与质地】丝滑流动，泛冷调珍珠光泽   |   【应用款式】垂坠衬衫与斜裁长裙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03  有机织造羊毛呢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【触感与质地】微硬挺微杂色肌理   |   【应用款式】箱型剪裁短外套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05. COLLECTION LINEUP / 商业波段与产品规划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波段上新节奏与核心货品矩阵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波段一 · 早春试水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轻量羊毛风衣、真丝领结衬衫、直筒西裤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建立品牌高奢心智与首轮视觉声量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波段二 · 秀场主打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解构西服套装、重磅羊绒大衣、拼接连衣裙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全渠道商业落地主推与意见领袖引爆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波段三 · 季中胶囊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针织开衫、休闲阔腿裤、配饰丝巾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深度连带销售与复购延展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37744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</a:defRPr>
            </a:pPr>
            <a:r>
              <a:t>ELEGANCE IS AN ATTITUDE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8BDF8"/>
                </a:solidFill>
              </a:defRPr>
            </a:pPr>
            <a:r>
              <a:t>香奈儿 · 2026春夏 高定企划演示文稿</a:t>
            </a:r>
          </a:p>
          <a:p>
            <a:pPr algn="ctr"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Generated via ModelScope ChatPPT-MCP &amp; AURA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