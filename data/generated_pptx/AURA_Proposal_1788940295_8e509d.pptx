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LOUIS VUITTON，以卓越工艺与创新精神引领全球时尚潮流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LOUIS VUITTON 2026春夏高级定制女装企划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光影织梦 / Dreamweaving Light 2026春夏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光影织梦：静奢沉静与浮光掠影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本系列灵感源自Louis Vuitton 2026春夏的「光影织梦」主题，以现代都市与自然景观的交融为背景，探索光与影在面料上的律动与变幻。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设计以极简主义为核心，结合高级定制工艺与未来科技感，打造兼具优雅与力量的当代男性着装。通过流畅的线条、轻盈的材质与细腻的细节，展现都市男性在快节奏生活中对自我表达与内心宁静的追求。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28-40岁都市精英男性，注重品质与设计感，追求简约而不失格调的生活方式。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商务通勤、艺术展览、户外休闲、社交聚会、度假旅行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极简主义 / 光影变化 / 未来科技感 / 都市精英 / 静奢美学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灵感情绪板与视觉意向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光影织梦：情绪与视觉意象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视觉总览：以柔和的光线与自然纹理为基调，融合未来科技感与极简美学，营造出一种沉静中蕴含力量的氛围。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流动的光影效果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自然纹理与几何线条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高质感面料与金属元素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COLORWAY / 潘通色彩谱系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2026春夏潘通色彩谱系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燕麦暖米色作为核心主推色，象征温暖与包容，同时兼具中性与高级感。椰奶白与静谧灰作为辅助色，增强层次感与视觉平衡。极夜黑作为基调色，赋予整体造型稳重与神秘感。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E6D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13-1008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Oat Milk 燕麦暖米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#E6DBC9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11-0604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Coconut Milk 椰奶白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#F0EFEA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A0A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14-4202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Quiet Shade 静谧灰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#A0A2A3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19-3900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True Black 极夜黑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基调色 | #1E1F21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 &amp; SILHOUETTE / 面料材质与剪裁廓形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面料与剪裁：光影的载体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廓形要点：本系列采用流畅线条与立体剪裁，强调服装与身体的互动关系，使光影在面料上产生动态变化。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100%重磅真丝乔其纱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【触感与质地】轻盈透气，光泽感强   |   【应用款式】衬衫、短袖及长裤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精纺高支棉麻混纺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【触感与质地】柔软透气，挺括度适中   |   【应用款式】短款外套、卫衣及短裤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立体浮雕提花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【触感与质地】肌理丰富，触感独特   |   【应用款式】衬衫及短袖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系列商业规划与波段节奏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2026春夏系列商业规划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(早春先导)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真丝乔其纱衬衫、棉麻混纺短裤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建立品牌视觉基调与市场认知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(秀场主推)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立体浮雕提花西装、极夜黑长裤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强化品牌高端形象与设计力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(盛夏胶囊)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多件套套装、轻便休闲装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拓展消费场景与市场覆盖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光影织梦，致敬未来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AURA Fashion AI × ModelScope ChatPPT-MCP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