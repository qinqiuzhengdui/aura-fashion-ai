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◆ LOUIS VUITTON STUDIO CREATIVE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静默的浮光掠影 / Silent Radiance 2026春夏</a:t>
            </a:r>
          </a:p>
          <a:p>
            <a:pPr>
              <a:defRPr sz="2200">
                <a:solidFill>
                  <a:srgbClr val="94A3B8"/>
                </a:solidFill>
              </a:defRPr>
            </a:pPr>
            <a:r>
              <a:t>2026年春夏 高级定制女装 · 灵感企划设计全案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389120"/>
            <a:ext cx="4114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GENERATED BY: 魔搭社区 ChatPPT-MCP 演示文稿生成智能体  |  AURA FASHION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01. CONCEPT &amp; STORY / 灵感叙事与客群画像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叙事概念与精神内核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6400800" cy="42062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本季设计企划以自然初生晨光与现代建筑雕塑线条为灵感源泉。在极简静奢的主基调下，巧妙融合轻盈飘逸的真丝与温润立体的天然纤维，通过流畅的垂坠斜裁与立体褶皱，捕捉光影在织物表面流转的动态瞬间，展现现代女性松弛且坚定的内在气场。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在快节奏的当代都市中，设计通过极致纯粹的线条表达静谧克制的高级感，赋予着装者精神自洽与自由力量。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3291840" cy="42062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✦ 目标客群画像 (Audience)</a:t>
            </a:r>
          </a:p>
          <a:p>
            <a:pPr>
              <a:spcAft>
                <a:spcPts val="1800"/>
              </a:spcAft>
              <a:defRPr sz="1300">
                <a:solidFill>
                  <a:srgbClr val="E2E8F0"/>
                </a:solidFill>
              </a:defRPr>
            </a:pPr>
            <a:r>
              <a:t>28-42岁都市精英女性、艺术创意总监与跨国专业人士，崇尚低调奢华与极致质感。</a:t>
            </a:r>
          </a:p>
          <a:p>
            <a:pPr>
              <a:defRPr sz="1400" b="1">
                <a:solidFill>
                  <a:srgbClr val="D4AF37"/>
                </a:solidFill>
              </a:defRPr>
            </a:pPr>
            <a:r>
              <a:t>✦ 适用生活场景 (Occasions)</a:t>
            </a:r>
          </a:p>
          <a:p>
            <a:pPr>
              <a:spcAft>
                <a:spcPts val="1800"/>
              </a:spcAft>
              <a:defRPr sz="1300">
                <a:solidFill>
                  <a:srgbClr val="E2E8F0"/>
                </a:solidFill>
              </a:defRPr>
            </a:pPr>
            <a:r>
              <a:t>现代美术馆展览、高端商务会谈、都会晚宴及慢调度假私享会。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美学关键词: 静奢美学 / 建筑感剪裁 / 自然触感 / 未来主义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02. MOODBOARD / 灵感情绪板与视觉矩阵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视觉意向与空间质感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视觉总览：光影雕塑感、晨曦微光下的清冷调性、粗砺岩石与丝滑流线织物的对比碰撞。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01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极简建筑光影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02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有机流线解构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03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微褶皱肌理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03. PANTONE TCX / 潘通色彩权威谱系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核心色彩矩阵与搭配配比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本季以 PANTONE 13-1008 TCX 作为基底构建深邃沉稳氛围，辅以柔和过渡色与灵动点缀色，形成 60:30:10 的黄金视觉韵律。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1828800" cy="2194560"/>
          </a:xfrm>
          <a:prstGeom prst="roundRect">
            <a:avLst/>
          </a:prstGeom>
          <a:solidFill>
            <a:srgbClr val="E6D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13-1008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Oat Milk (燕麦温润米)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主色 (60%) | #E6DBC9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468880"/>
            <a:ext cx="1828800" cy="2194560"/>
          </a:xfrm>
          <a:prstGeom prst="roundRect">
            <a:avLst/>
          </a:prstGeom>
          <a:solidFill>
            <a:srgbClr val="F0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11-0604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Coconut Milk (椰奶柔白)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辅助色 | #F0EFEA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468880"/>
            <a:ext cx="1828800" cy="2194560"/>
          </a:xfrm>
          <a:prstGeom prst="roundRect">
            <a:avLst/>
          </a:prstGeom>
          <a:solidFill>
            <a:srgbClr val="A0A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14-4202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Quiet Shade (静谧银灰)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辅助色 | #A0A2A3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04. FABRICS &amp; SILHOUETTE / 核心面料与剪裁工艺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高定触感与廓形解构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廓形要点：采用箱型结构与流动垂坠交替剪裁，肩部保留微垫肩力量感，腰部与下摆以不对称斜裁释放自然动感。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01  重磅真丝乔其纱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【触感与质地】轻盈透气   |   【应用款式】西装与风衣外壳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0332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02  精纺高支提花棉麻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【触感与质地】轻盈透气   |   【应用款式】西装与风衣外壳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05. COLLECTION LINEUP / 商业波段与产品规划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波段上新节奏与核心货品矩阵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波段一 · 早春试水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轻量羊毛风衣、真丝领结衬衫、直筒西裤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建立品牌高奢心智与首轮视觉声量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波段二 · 秀场主打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解构西服套装、重磅羊绒大衣、拼接连衣裙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全渠道商业落地主推与意见领袖引爆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波段三 · 季中胶囊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针织开衫、休闲阔腿裤、配饰丝巾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深度连带销售与复购延展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37744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</a:defRPr>
            </a:pPr>
            <a:r>
              <a:t>ELEGANCE IS AN ATTITUDE</a:t>
            </a:r>
          </a:p>
          <a:p>
            <a:pPr algn="ctr">
              <a:spcBef>
                <a:spcPts val="1200"/>
              </a:spcBef>
              <a:defRPr sz="1800">
                <a:solidFill>
                  <a:srgbClr val="38BDF8"/>
                </a:solidFill>
              </a:defRPr>
            </a:pPr>
            <a:r>
              <a:t>LOUIS VUITTON · 2026年春夏 高定企划演示文稿</a:t>
            </a:r>
          </a:p>
          <a:p>
            <a:pPr algn="ctr"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Generated via ModelScope ChatPPT-MCP &amp; AURA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