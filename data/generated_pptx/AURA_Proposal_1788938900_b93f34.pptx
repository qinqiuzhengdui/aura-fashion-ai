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◆ CHANEL，以经典为基，以未来为翼，重塑高级定制的永恒魅力。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2026SS CHANEL · FutureClassic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高级定制女装企划案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389120"/>
            <a:ext cx="4114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GENERATED BY: 魔搭社区 ChatPPT-MCP 演示文稿生成智能体  |  AURA FASHION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01. CONCEPT &amp; STORY / 灵感叙事与客群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概念主题：FutureClassic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640080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在科技与艺术交织的时代，CHANEL 2026SS 高级定制系列以‘FutureClassic’为主题，探索传统工艺与未来科技的融合。通过现代设计语言重新诠释品牌历史中的经典元素，赋予其新的生命。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灵感来源于对未来的想象与对经典的致敬，将复古优雅与未来主义相结合，创造出既具有历史厚重感又充满前瞻性的时尚表达。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329184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✦ 目标客群画像 (Audience)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都市新贵、艺术从业者与时尚先锋女性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✦ 适用生活场景 (Occasions)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都会日常、沙龙社交、晚宴酒会与度假漫游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美学关键词: 未来经典 / 科技与艺术 / 永恒优雅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02. MOODBOARD / 灵感情绪板与视觉意向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灵感情绪板：未来与经典的交汇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视觉总览：通过光影、材质与色彩的组合，展现未来科技感与经典奢华的碰撞。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01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极简线条与复杂纹理的对比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02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金属质感与丝绸面料的结合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03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抽象几何图案与古典刺绣的融合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03. PANTONE TCX COLORWAY / 潘通色彩谱系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色彩谱系：未来经典色系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本季色彩以冷调为主，融入未来科技感的银灰与蓝紫，同时保留经典黑金与珍珠白，形成强烈的视觉张力。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1828800" cy="2194560"/>
          </a:xfrm>
          <a:prstGeom prst="round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TCX 15-4809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星际银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主色 | #C0C0C0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468880"/>
            <a:ext cx="1828800" cy="2194560"/>
          </a:xfrm>
          <a:prstGeom prst="roundRect">
            <a:avLst/>
          </a:prstGeom>
          <a:solidFill>
            <a:srgbClr val="2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TCX 19-4057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深空蓝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主色 | #2E3A8A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468880"/>
            <a:ext cx="1828800" cy="219456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TCX 11-0602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珍珠白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#F8F8F8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468880"/>
            <a:ext cx="1828800" cy="219456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TCX 12-1108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未来金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点缀色 | #FFD700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04. FABRIC &amp; SILHOUETTE / 面料材质与剪裁廓形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面料与剪裁：科技与传统的融合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廓形要点：本季采用流畅而富有张力的剪裁，强调轮廓的立体感与动态美，同时融入未来科技感的材质，如纳米纤维与智能织物。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01  纳米丝绸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【触感与质地】轻盈且富有光泽   |   【应用款式】用于连衣裙与外套的外层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02  智能织物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【触感与质地】可调节温度与光线反应   |   【应用款式】用于配饰与功能性单品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03  手工刺绣缎面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【触感与质地】细腻柔软，富有质感   |   【应用款式】用于礼服与高定细节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05. COLLECTION LINEUP / 系列商业规划与波段节奏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系列商业规划：从早春到盛夏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波段一 (早春先导)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轻便西装套装、半透明长裙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打造都市日常穿搭场景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波段二 (秀场主推)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全手工刺绣礼服、未来感配饰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聚焦高端晚宴与社交场合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波段三 (盛夏胶囊)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短款连衣裙、智能织物外套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满足度假与休闲需求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3774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感谢您关注 2026SS CHANEL · FutureClassic 高级定制企划</a:t>
            </a:r>
          </a:p>
          <a:p>
            <a:pPr algn="ctr"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AURA Fashion AI × ModelScope ChatPPT-MCP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